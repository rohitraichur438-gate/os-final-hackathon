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69680" y="640080"/>
            <a:ext cx="2194560" cy="2194560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2743200"/>
            <a:ext cx="1554480" cy="1554480"/>
          </a:xfrm>
          <a:prstGeom prst="round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6720" y="4023360"/>
            <a:ext cx="2011680" cy="2011680"/>
          </a:xfrm>
          <a:prstGeom prst="roundRect">
            <a:avLst/>
          </a:prstGeom>
          <a:solidFill>
            <a:srgbClr val="364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6858000" cy="6858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LINUX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315200" cy="7772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74DAD0"/>
                </a:solidFill>
                <a:latin typeface="Aptos"/>
              </a:defRPr>
            </a:pPr>
            <a:r>
              <a:t>PERMISSION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6675120" cy="7772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A simple tool to understand file access and security in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E6B14B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41148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0">
                <a:solidFill>
                  <a:srgbClr val="D2DCE6"/>
                </a:solidFill>
                <a:latin typeface="Aptos"/>
              </a:defRPr>
            </a:pPr>
            <a:r>
              <a:t>Operating Systems /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3619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Linux uses file permissions to control who can read, change, or run a file.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28600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Permissions help protect important files from unwanted access.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15468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A File Permission Analyzer checks permissions and explains what they mean.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402336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The project makes Linux security easier for beginners to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5715000"/>
            <a:ext cx="10744200" cy="566928"/>
          </a:xfrm>
          <a:prstGeom prst="roundRect">
            <a:avLst/>
          </a:prstGeom>
          <a:solidFill>
            <a:srgbClr val="DC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5833872"/>
            <a:ext cx="103327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1">
                <a:solidFill>
                  <a:srgbClr val="1F3049"/>
                </a:solidFill>
                <a:latin typeface="Aptos"/>
              </a:defRPr>
            </a:pPr>
            <a:r>
              <a:t>In short: it checks file access rules and explains them clearly.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470915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709159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Linux permission strings such as -rwxr-xr-- can look confusing to new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1828800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1"/>
            <a:ext cx="470915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30552"/>
            <a:ext cx="4709159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Incorrect permissions may allow unwanted users to read, edit, or execute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10652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73152" cy="1417320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867911"/>
            <a:ext cx="1024128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25112"/>
            <a:ext cx="10241280" cy="6858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The analyzer reads permission details and displays a simple explanation.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24128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28918C"/>
                </a:solidFill>
                <a:latin typeface="Aptos"/>
              </a:defRPr>
            </a:pPr>
            <a:r>
              <a:t>Goal: make permission checking faster, clearer, and safer.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3619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Read file and folder permission details in Linux.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28600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Explain owner, group, and other-user permissions.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15468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Identify permissions that may be too open.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402336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Show results in a simple, readable format.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1091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489204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Help users learn safer file-permission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4. Linux Permission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50876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310896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Read (r)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3108960" cy="77723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Allows viewing file contents. Value: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508760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73351"/>
            <a:ext cx="310896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Write (w)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3108960" cy="77723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Allows changing a file. Value: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508760"/>
            <a:ext cx="73152" cy="1508760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673351"/>
            <a:ext cx="310896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Execute 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30552"/>
            <a:ext cx="3108960" cy="77723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Allows running a file. Value: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1F3049"/>
                </a:solidFill>
                <a:latin typeface="Aptos"/>
              </a:defRPr>
            </a:pPr>
            <a:r>
              <a:t>Permission groups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2511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4206240"/>
            <a:ext cx="9528048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Owner: the user who owns the file.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91947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4800600"/>
            <a:ext cx="9528048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Group: users who belong to the file's group.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51383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5394960"/>
            <a:ext cx="9528048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Others: all other users on the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5. Understanding Permission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7548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28918C"/>
                </a:solidFill>
                <a:latin typeface="Aptos"/>
              </a:defRPr>
            </a:pPr>
            <a:r>
              <a:t>Example:  -rwxr-xr--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241280" cy="5486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The first symbol shows the file type. The next nine symbols are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971800"/>
            <a:ext cx="73152" cy="16002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2"/>
            <a:ext cx="2971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Owner: rwx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2"/>
            <a:ext cx="2971800" cy="8686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Read + write + execute</a:t>
            </a:r>
            <a:br/>
            <a:r>
              <a:t>Can view, edit, and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9718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2971800"/>
            <a:ext cx="73152" cy="1600200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3136392"/>
            <a:ext cx="2971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Group: r-x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593592"/>
            <a:ext cx="2971800" cy="8686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Read + execute</a:t>
            </a:r>
            <a:br/>
            <a:r>
              <a:t>Can view and run, but not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97180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2971800"/>
            <a:ext cx="73152" cy="1600200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3136392"/>
            <a:ext cx="29718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Others: r--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593592"/>
            <a:ext cx="2971800" cy="8686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Read only</a:t>
            </a:r>
            <a:br/>
            <a:r>
              <a:t>Can view, but cannot edit or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000" b="1">
                <a:solidFill>
                  <a:srgbClr val="1F3049"/>
                </a:solidFill>
                <a:latin typeface="Aptos"/>
              </a:defRPr>
            </a:pPr>
            <a:r>
              <a:t>Numeric form: 754 (owner 7, group 5, others 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6. Project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3619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1. User selects a file or enters a folder path.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28600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2. The tool reads permission details using Linux system commands.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15468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3. It separates permissions for owner, group, and others.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402336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4. It checks for potentially risky permission settings.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1091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489204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5. It displays a summary and suggestions to the user.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715000"/>
            <a:ext cx="10744200" cy="566928"/>
          </a:xfrm>
          <a:prstGeom prst="roundRect">
            <a:avLst/>
          </a:prstGeom>
          <a:solidFill>
            <a:srgbClr val="DC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833872"/>
            <a:ext cx="103327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1">
                <a:solidFill>
                  <a:srgbClr val="1F3049"/>
                </a:solidFill>
                <a:latin typeface="Aptos"/>
              </a:defRPr>
            </a:pPr>
            <a:r>
              <a:t>The analyzer reports risks; it should not change permissions without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7. Tools and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13716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ls -l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480060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Displays file type, permissions, owner, group, size, and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73152" cy="1371600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stat filename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2"/>
            <a:ext cx="480060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Shows detailed file information, including permission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" cy="1371600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1071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chmod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67911"/>
            <a:ext cx="480060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Changes permissions. Use carefully; the analyzer only needs to inspect.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73152" cy="13716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41071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67911"/>
            <a:ext cx="480060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Can search folders for files with selected permission patterns.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987552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100" b="1">
                <a:solidFill>
                  <a:srgbClr val="1F3049"/>
                </a:solidFill>
                <a:latin typeface="Aptos"/>
              </a:defRPr>
            </a:pPr>
            <a:r>
              <a:t>Example command: ls -l myfile.txt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8. Features of the Analyzer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3619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Displays permissions in symbolic form, such as rw-r--r--.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28600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Shows the numeric form, such as 644.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15468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Explains access for owner, group, and others.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402336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Flags selected risky settings, such as write access for everyone.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1091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489204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Provides simple recommendations for safer permissions.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9. Example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48640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1">
                <a:solidFill>
                  <a:srgbClr val="1F3049"/>
                </a:solidFill>
                <a:latin typeface="Aptos"/>
              </a:defRPr>
            </a:pPr>
            <a:r>
              <a:t>$ ls -l notes.txt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61320" cy="2423160"/>
          </a:xfrm>
          <a:prstGeom prst="roundRect">
            <a:avLst/>
          </a:prstGeom>
          <a:solidFill>
            <a:srgbClr val="1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87552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1">
                <a:solidFill>
                  <a:srgbClr val="B4EBCD"/>
                </a:solidFill>
                <a:latin typeface="Consolas"/>
              </a:defRPr>
            </a:pPr>
            <a:r>
              <a:t>-rw-r--r--  1 rohit students  1200 Oct 17 notes.txt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50292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onsolas"/>
              </a:defRPr>
            </a:pPr>
            <a:r>
              <a:t>Permission: 644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9875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onsolas"/>
              </a:defRPr>
            </a:pPr>
            <a:r>
              <a:t>Owner: read + write | Group: read | Others: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1498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000" b="1">
                <a:solidFill>
                  <a:srgbClr val="28918C"/>
                </a:solidFill>
                <a:latin typeface="Aptos"/>
              </a:defRPr>
            </a:pPr>
            <a:r>
              <a:t>Summary: no write access is given to group or other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10. Benefits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3619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41732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Benefits: saves time and makes Linux permissions easier to understand.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28600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Benefits: helps users notice overly broad access settings.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15468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Limitations: permission bits alone do not show every security rule.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402336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ACLs, ownership, special bits, and parent-folder permissions may also matter.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1091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4892040"/>
            <a:ext cx="10533888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000" b="0">
                <a:solidFill>
                  <a:srgbClr val="2D3741"/>
                </a:solidFill>
                <a:latin typeface="Aptos"/>
              </a:defRPr>
            </a:pPr>
            <a:r>
              <a:t>The tool supports security checks but cannot guarantee a system is fully secure.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11. 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55448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306323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3063239" cy="82295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Export results as a text or CSV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73152" cy="1554480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19072"/>
            <a:ext cx="306323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Folder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76272"/>
            <a:ext cx="3063239" cy="82295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Analyze many files and folders at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1554480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19072"/>
            <a:ext cx="306323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Clear warnings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76272"/>
            <a:ext cx="3063239" cy="82295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Add severity levels and safer permission suggestions.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84048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0" y="3840480"/>
            <a:ext cx="73152" cy="1554480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4005072"/>
            <a:ext cx="306323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462272"/>
            <a:ext cx="3063239" cy="82295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Create a simple menu or graphical interface for beginners.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73152" cy="155448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005072"/>
            <a:ext cx="3063239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1F3049"/>
                </a:solidFill>
                <a:latin typeface="Aptos"/>
              </a:defRPr>
            </a:pPr>
            <a:r>
              <a:t>More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62272"/>
            <a:ext cx="3063239" cy="82295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Include ACLs and special permission bits in later versions.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12.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43000" cy="54864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246888"/>
            <a:ext cx="50292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1400" b="1">
                <a:solidFill>
                  <a:srgbClr val="E6B14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600" b="1">
                <a:solidFill>
                  <a:srgbClr val="1F3049"/>
                </a:solidFill>
                <a:latin typeface="Aptos"/>
              </a:defRPr>
            </a:pPr>
            <a:r>
              <a:t>Linux File Permission Analyzer</a:t>
            </a:r>
          </a:p>
        </p:txBody>
      </p:sp>
      <p:sp>
        <p:nvSpPr>
          <p:cNvPr id="7" name="Oval 6"/>
          <p:cNvSpPr/>
          <p:nvPr/>
        </p:nvSpPr>
        <p:spPr>
          <a:xfrm>
            <a:off x="1325880" y="2267712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81912" y="2148840"/>
            <a:ext cx="9345168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Checks who can read, write, or execute a file.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2889504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1912" y="2770632"/>
            <a:ext cx="9345168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Explains permissions for owner, group, and others.</a:t>
            </a:r>
          </a:p>
        </p:txBody>
      </p:sp>
      <p:sp>
        <p:nvSpPr>
          <p:cNvPr id="11" name="Oval 10"/>
          <p:cNvSpPr/>
          <p:nvPr/>
        </p:nvSpPr>
        <p:spPr>
          <a:xfrm>
            <a:off x="1325880" y="3511296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912" y="3392424"/>
            <a:ext cx="9345168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Uses Linux commands such as ls -l and stat.</a:t>
            </a:r>
          </a:p>
        </p:txBody>
      </p:sp>
      <p:sp>
        <p:nvSpPr>
          <p:cNvPr id="13" name="Oval 12"/>
          <p:cNvSpPr/>
          <p:nvPr/>
        </p:nvSpPr>
        <p:spPr>
          <a:xfrm>
            <a:off x="1325880" y="4133088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81912" y="4014216"/>
            <a:ext cx="9345168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Highlights potentially unsafe permission settings.</a:t>
            </a:r>
          </a:p>
        </p:txBody>
      </p:sp>
      <p:sp>
        <p:nvSpPr>
          <p:cNvPr id="15" name="Oval 14"/>
          <p:cNvSpPr/>
          <p:nvPr/>
        </p:nvSpPr>
        <p:spPr>
          <a:xfrm>
            <a:off x="1325880" y="4754880"/>
            <a:ext cx="109728" cy="10972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1912" y="4636008"/>
            <a:ext cx="9345168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Helps users understand and improve basic file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900" b="1">
                <a:solidFill>
                  <a:srgbClr val="28918C"/>
                </a:solidFill>
                <a:latin typeface="Aptos"/>
              </a:defRPr>
            </a:pPr>
            <a:r>
              <a:t>Main takeaway: correct permissions reduce unwanted file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640" y="3040380"/>
            <a:ext cx="10332720" cy="7772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Raichur</cp:lastModifiedBy>
  <cp:revision>2</cp:revision>
  <dcterms:created xsi:type="dcterms:W3CDTF">2013-01-27T09:14:16Z</dcterms:created>
  <dcterms:modified xsi:type="dcterms:W3CDTF">2026-10-17T05:10:26Z</dcterms:modified>
  <cp:category/>
</cp:coreProperties>
</file>